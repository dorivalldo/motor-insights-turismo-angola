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8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notesSlides/notesSlide9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1"/>
  </p:notesMasterIdLst>
  <p:sldIdLst>
    <p:sldId id="256" r:id="rId5"/>
    <p:sldId id="278" r:id="rId6"/>
    <p:sldId id="258" r:id="rId7"/>
    <p:sldId id="269" r:id="rId8"/>
    <p:sldId id="270" r:id="rId9"/>
    <p:sldId id="271" r:id="rId10"/>
    <p:sldId id="281" r:id="rId11"/>
    <p:sldId id="272" r:id="rId12"/>
    <p:sldId id="282" r:id="rId13"/>
    <p:sldId id="274" r:id="rId14"/>
    <p:sldId id="286" r:id="rId15"/>
    <p:sldId id="283" r:id="rId16"/>
    <p:sldId id="287" r:id="rId17"/>
    <p:sldId id="284" r:id="rId18"/>
    <p:sldId id="27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425"/>
    <a:srgbClr val="FF3500"/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9" d="100"/>
          <a:sy n="89" d="100"/>
        </p:scale>
        <p:origin x="5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Cacombe" userId="461dc0e7-15b8-4d12-8c65-6706fd669b56" providerId="ADAL" clId="{AAF0F511-5D6C-CC4E-AC45-B01B16C18ED7}"/>
    <pc:docChg chg="undo custSel modSld">
      <pc:chgData name="Cristovao Cacombe" userId="461dc0e7-15b8-4d12-8c65-6706fd669b56" providerId="ADAL" clId="{AAF0F511-5D6C-CC4E-AC45-B01B16C18ED7}" dt="2025-06-20T06:57:38.407" v="53" actId="22"/>
      <pc:docMkLst>
        <pc:docMk/>
      </pc:docMkLst>
      <pc:sldChg chg="modSp">
        <pc:chgData name="Cristovao Cacombe" userId="461dc0e7-15b8-4d12-8c65-6706fd669b56" providerId="ADAL" clId="{AAF0F511-5D6C-CC4E-AC45-B01B16C18ED7}" dt="2025-06-20T06:55:59.127" v="18" actId="1076"/>
        <pc:sldMkLst>
          <pc:docMk/>
          <pc:sldMk cId="0" sldId="256"/>
        </pc:sldMkLst>
        <pc:spChg chg="mod">
          <ac:chgData name="Cristovao Cacombe" userId="461dc0e7-15b8-4d12-8c65-6706fd669b56" providerId="ADAL" clId="{AAF0F511-5D6C-CC4E-AC45-B01B16C18ED7}" dt="2025-06-20T06:55:53.092" v="17" actId="1076"/>
          <ac:spMkLst>
            <pc:docMk/>
            <pc:sldMk cId="0" sldId="256"/>
            <ac:spMk id="4" creationId="{119D6634-8C52-56C8-C196-BBFF1A999BF3}"/>
          </ac:spMkLst>
        </pc:spChg>
        <pc:spChg chg="mod">
          <ac:chgData name="Cristovao Cacombe" userId="461dc0e7-15b8-4d12-8c65-6706fd669b56" providerId="ADAL" clId="{AAF0F511-5D6C-CC4E-AC45-B01B16C18ED7}" dt="2025-06-20T06:55:59.127" v="18" actId="1076"/>
          <ac:spMkLst>
            <pc:docMk/>
            <pc:sldMk cId="0" sldId="256"/>
            <ac:spMk id="476" creationId="{00000000-0000-0000-0000-000000000000}"/>
          </ac:spMkLst>
        </pc:spChg>
      </pc:sldChg>
      <pc:sldChg chg="addSp delSp modSp">
        <pc:chgData name="Cristovao Cacombe" userId="461dc0e7-15b8-4d12-8c65-6706fd669b56" providerId="ADAL" clId="{AAF0F511-5D6C-CC4E-AC45-B01B16C18ED7}" dt="2025-06-20T06:57:38.407" v="53" actId="22"/>
        <pc:sldMkLst>
          <pc:docMk/>
          <pc:sldMk cId="0" sldId="258"/>
        </pc:sldMkLst>
        <pc:spChg chg="add del">
          <ac:chgData name="Cristovao Cacombe" userId="461dc0e7-15b8-4d12-8c65-6706fd669b56" providerId="ADAL" clId="{AAF0F511-5D6C-CC4E-AC45-B01B16C18ED7}" dt="2025-06-20T06:57:38.407" v="53" actId="22"/>
          <ac:spMkLst>
            <pc:docMk/>
            <pc:sldMk cId="0" sldId="258"/>
            <ac:spMk id="4" creationId="{1179131E-F870-459B-822B-3BDC169F86B8}"/>
          </ac:spMkLst>
        </pc:spChg>
        <pc:spChg chg="mod">
          <ac:chgData name="Cristovao Cacombe" userId="461dc0e7-15b8-4d12-8c65-6706fd669b56" providerId="ADAL" clId="{AAF0F511-5D6C-CC4E-AC45-B01B16C18ED7}" dt="2025-06-20T06:57:20.210" v="51" actId="22"/>
          <ac:spMkLst>
            <pc:docMk/>
            <pc:sldMk cId="0" sldId="258"/>
            <ac:spMk id="490" creationId="{00000000-0000-0000-0000-000000000000}"/>
          </ac:spMkLst>
        </pc:spChg>
      </pc:sldChg>
      <pc:sldChg chg="modSp">
        <pc:chgData name="Cristovao Cacombe" userId="461dc0e7-15b8-4d12-8c65-6706fd669b56" providerId="ADAL" clId="{AAF0F511-5D6C-CC4E-AC45-B01B16C18ED7}" dt="2025-06-20T06:56:10.609" v="48" actId="20577"/>
        <pc:sldMkLst>
          <pc:docMk/>
          <pc:sldMk cId="1968293515" sldId="278"/>
        </pc:sldMkLst>
        <pc:spChg chg="mod">
          <ac:chgData name="Cristovao Cacombe" userId="461dc0e7-15b8-4d12-8c65-6706fd669b56" providerId="ADAL" clId="{AAF0F511-5D6C-CC4E-AC45-B01B16C18ED7}" dt="2025-06-20T06:56:10.609" v="48" actId="20577"/>
          <ac:spMkLst>
            <pc:docMk/>
            <pc:sldMk cId="1968293515" sldId="278"/>
            <ac:spMk id="476" creationId="{00000000-0000-0000-0000-000000000000}"/>
          </ac:spMkLst>
        </pc:spChg>
      </pc:sldChg>
    </pc:docChg>
  </pc:docChgLst>
  <pc:docChgLst>
    <pc:chgData name="carlosnieto_r@hotmail.com" userId="S::urn:spo:guest#carlosnieto_r@hotmail.com::" providerId="AD" clId="Web-{F53A8B4D-EAD8-2A0D-F33B-B7B36ABB47B1}"/>
    <pc:docChg chg="addSld modSld">
      <pc:chgData name="carlosnieto_r@hotmail.com" userId="S::urn:spo:guest#carlosnieto_r@hotmail.com::" providerId="AD" clId="Web-{F53A8B4D-EAD8-2A0D-F33B-B7B36ABB47B1}" dt="2024-03-18T22:39:05.388" v="289" actId="1076"/>
      <pc:docMkLst>
        <pc:docMk/>
      </pc:docMkLst>
      <pc:sldChg chg="modSp">
        <pc:chgData name="carlosnieto_r@hotmail.com" userId="S::urn:spo:guest#carlosnieto_r@hotmail.com::" providerId="AD" clId="Web-{F53A8B4D-EAD8-2A0D-F33B-B7B36ABB47B1}" dt="2024-03-18T22:39:05.388" v="289" actId="1076"/>
        <pc:sldMkLst>
          <pc:docMk/>
          <pc:sldMk cId="0" sldId="259"/>
        </pc:sldMkLst>
      </pc:sldChg>
      <pc:sldChg chg="modSp">
        <pc:chgData name="carlosnieto_r@hotmail.com" userId="S::urn:spo:guest#carlosnieto_r@hotmail.com::" providerId="AD" clId="Web-{F53A8B4D-EAD8-2A0D-F33B-B7B36ABB47B1}" dt="2024-03-18T19:35:34.110" v="0" actId="14100"/>
        <pc:sldMkLst>
          <pc:docMk/>
          <pc:sldMk cId="2496000186" sldId="278"/>
        </pc:sldMkLst>
      </pc:sldChg>
      <pc:sldChg chg="modSp">
        <pc:chgData name="carlosnieto_r@hotmail.com" userId="S::urn:spo:guest#carlosnieto_r@hotmail.com::" providerId="AD" clId="Web-{F53A8B4D-EAD8-2A0D-F33B-B7B36ABB47B1}" dt="2024-03-18T22:27:42.032" v="279" actId="20577"/>
        <pc:sldMkLst>
          <pc:docMk/>
          <pc:sldMk cId="950368928" sldId="279"/>
        </pc:sldMkLst>
      </pc:sldChg>
      <pc:sldChg chg="addSp delSp modSp add replId">
        <pc:chgData name="carlosnieto_r@hotmail.com" userId="S::urn:spo:guest#carlosnieto_r@hotmail.com::" providerId="AD" clId="Web-{F53A8B4D-EAD8-2A0D-F33B-B7B36ABB47B1}" dt="2024-03-18T19:57:00.631" v="275" actId="1076"/>
        <pc:sldMkLst>
          <pc:docMk/>
          <pc:sldMk cId="120320344" sldId="280"/>
        </pc:sldMkLst>
      </pc:sldChg>
    </pc:docChg>
  </pc:docChgLst>
  <pc:docChgLst>
    <pc:chgData name="carlosnieto_r@hotmail.com" userId="S::urn:spo:guest#carlosnieto_r@hotmail.com::" providerId="AD" clId="Web-{D030A783-4C26-A712-4551-726DE7270034}"/>
    <pc:docChg chg="modSld">
      <pc:chgData name="carlosnieto_r@hotmail.com" userId="S::urn:spo:guest#carlosnieto_r@hotmail.com::" providerId="AD" clId="Web-{D030A783-4C26-A712-4551-726DE7270034}" dt="2024-03-13T01:06:02.255" v="76"/>
      <pc:docMkLst>
        <pc:docMk/>
      </pc:docMkLst>
      <pc:sldChg chg="addSp delSp modSp">
        <pc:chgData name="carlosnieto_r@hotmail.com" userId="S::urn:spo:guest#carlosnieto_r@hotmail.com::" providerId="AD" clId="Web-{D030A783-4C26-A712-4551-726DE7270034}" dt="2024-03-13T01:05:24.941" v="74" actId="1076"/>
        <pc:sldMkLst>
          <pc:docMk/>
          <pc:sldMk cId="3100614976" sldId="273"/>
        </pc:sldMkLst>
      </pc:sldChg>
      <pc:sldChg chg="addSp delSp modSp">
        <pc:chgData name="carlosnieto_r@hotmail.com" userId="S::urn:spo:guest#carlosnieto_r@hotmail.com::" providerId="AD" clId="Web-{D030A783-4C26-A712-4551-726DE7270034}" dt="2024-03-13T01:06:02.255" v="76"/>
        <pc:sldMkLst>
          <pc:docMk/>
          <pc:sldMk cId="2496000186" sldId="278"/>
        </pc:sldMkLst>
      </pc:sldChg>
    </pc:docChg>
  </pc:docChgLst>
  <pc:docChgLst>
    <pc:chgData name="EDA NUR SARUHAN" userId="796a441a-389d-493a-b849-403485121362" providerId="ADAL" clId="{F50D9A46-20DF-48B3-A542-164CA64A4D0A}"/>
    <pc:docChg chg="undo redo custSel addSld delSld modSld sldOrd">
      <pc:chgData name="EDA NUR SARUHAN" userId="796a441a-389d-493a-b849-403485121362" providerId="ADAL" clId="{F50D9A46-20DF-48B3-A542-164CA64A4D0A}" dt="2024-06-24T07:16:17.609" v="221"/>
      <pc:docMkLst>
        <pc:docMk/>
      </pc:docMkLst>
      <pc:sldChg chg="modSp mod">
        <pc:chgData name="EDA NUR SARUHAN" userId="796a441a-389d-493a-b849-403485121362" providerId="ADAL" clId="{F50D9A46-20DF-48B3-A542-164CA64A4D0A}" dt="2024-06-24T07:10:59.195" v="19" actId="27636"/>
        <pc:sldMkLst>
          <pc:docMk/>
          <pc:sldMk cId="0" sldId="258"/>
        </pc:sldMkLst>
      </pc:sldChg>
      <pc:sldChg chg="modSp mod">
        <pc:chgData name="EDA NUR SARUHAN" userId="796a441a-389d-493a-b849-403485121362" providerId="ADAL" clId="{F50D9A46-20DF-48B3-A542-164CA64A4D0A}" dt="2024-06-24T07:11:57.316" v="63"/>
        <pc:sldMkLst>
          <pc:docMk/>
          <pc:sldMk cId="2903211234" sldId="269"/>
        </pc:sldMkLst>
      </pc:sldChg>
      <pc:sldChg chg="modSp mod">
        <pc:chgData name="EDA NUR SARUHAN" userId="796a441a-389d-493a-b849-403485121362" providerId="ADAL" clId="{F50D9A46-20DF-48B3-A542-164CA64A4D0A}" dt="2024-06-24T07:12:19.676" v="69"/>
        <pc:sldMkLst>
          <pc:docMk/>
          <pc:sldMk cId="434732476" sldId="270"/>
        </pc:sldMkLst>
      </pc:sldChg>
      <pc:sldChg chg="modSp mod">
        <pc:chgData name="EDA NUR SARUHAN" userId="796a441a-389d-493a-b849-403485121362" providerId="ADAL" clId="{F50D9A46-20DF-48B3-A542-164CA64A4D0A}" dt="2024-06-24T07:12:37.122" v="77"/>
        <pc:sldMkLst>
          <pc:docMk/>
          <pc:sldMk cId="1729379315" sldId="271"/>
        </pc:sldMkLst>
      </pc:sldChg>
      <pc:sldChg chg="modSp mod">
        <pc:chgData name="EDA NUR SARUHAN" userId="796a441a-389d-493a-b849-403485121362" providerId="ADAL" clId="{F50D9A46-20DF-48B3-A542-164CA64A4D0A}" dt="2024-06-24T07:13:12.036" v="97"/>
        <pc:sldMkLst>
          <pc:docMk/>
          <pc:sldMk cId="664534578" sldId="272"/>
        </pc:sldMkLst>
      </pc:sldChg>
      <pc:sldChg chg="modSp mod">
        <pc:chgData name="EDA NUR SARUHAN" userId="796a441a-389d-493a-b849-403485121362" providerId="ADAL" clId="{F50D9A46-20DF-48B3-A542-164CA64A4D0A}" dt="2024-06-24T07:13:38.002" v="120" actId="5793"/>
        <pc:sldMkLst>
          <pc:docMk/>
          <pc:sldMk cId="3284491021" sldId="273"/>
        </pc:sldMkLst>
      </pc:sldChg>
      <pc:sldChg chg="modSp mod">
        <pc:chgData name="EDA NUR SARUHAN" userId="796a441a-389d-493a-b849-403485121362" providerId="ADAL" clId="{F50D9A46-20DF-48B3-A542-164CA64A4D0A}" dt="2024-06-24T07:14:14.540" v="146" actId="27636"/>
        <pc:sldMkLst>
          <pc:docMk/>
          <pc:sldMk cId="3671019558" sldId="274"/>
        </pc:sldMkLst>
      </pc:sldChg>
      <pc:sldChg chg="modSp mod">
        <pc:chgData name="EDA NUR SARUHAN" userId="796a441a-389d-493a-b849-403485121362" providerId="ADAL" clId="{F50D9A46-20DF-48B3-A542-164CA64A4D0A}" dt="2024-06-24T07:14:37.088" v="154"/>
        <pc:sldMkLst>
          <pc:docMk/>
          <pc:sldMk cId="3774262820" sldId="275"/>
        </pc:sldMkLst>
      </pc:sldChg>
      <pc:sldChg chg="modSp mod">
        <pc:chgData name="EDA NUR SARUHAN" userId="796a441a-389d-493a-b849-403485121362" providerId="ADAL" clId="{F50D9A46-20DF-48B3-A542-164CA64A4D0A}" dt="2024-06-24T07:14:55.259" v="162"/>
        <pc:sldMkLst>
          <pc:docMk/>
          <pc:sldMk cId="1090383087" sldId="276"/>
        </pc:sldMkLst>
      </pc:sldChg>
      <pc:sldChg chg="new del">
        <pc:chgData name="EDA NUR SARUHAN" userId="796a441a-389d-493a-b849-403485121362" providerId="ADAL" clId="{F50D9A46-20DF-48B3-A542-164CA64A4D0A}" dt="2024-06-24T07:11:21.943" v="22" actId="47"/>
        <pc:sldMkLst>
          <pc:docMk/>
          <pc:sldMk cId="347083183" sldId="279"/>
        </pc:sldMkLst>
      </pc:sldChg>
      <pc:sldChg chg="modSp add mod">
        <pc:chgData name="EDA NUR SARUHAN" userId="796a441a-389d-493a-b849-403485121362" providerId="ADAL" clId="{F50D9A46-20DF-48B3-A542-164CA64A4D0A}" dt="2024-06-24T07:11:37.690" v="57" actId="1076"/>
        <pc:sldMkLst>
          <pc:docMk/>
          <pc:sldMk cId="2319431748" sldId="280"/>
        </pc:sldMkLst>
      </pc:sldChg>
      <pc:sldChg chg="modSp add mod ord">
        <pc:chgData name="EDA NUR SARUHAN" userId="796a441a-389d-493a-b849-403485121362" providerId="ADAL" clId="{F50D9A46-20DF-48B3-A542-164CA64A4D0A}" dt="2024-06-24T07:12:54.518" v="91" actId="20577"/>
        <pc:sldMkLst>
          <pc:docMk/>
          <pc:sldMk cId="3209889353" sldId="281"/>
        </pc:sldMkLst>
      </pc:sldChg>
      <pc:sldChg chg="modSp add mod ord">
        <pc:chgData name="EDA NUR SARUHAN" userId="796a441a-389d-493a-b849-403485121362" providerId="ADAL" clId="{F50D9A46-20DF-48B3-A542-164CA64A4D0A}" dt="2024-06-24T07:13:51.976" v="132" actId="20577"/>
        <pc:sldMkLst>
          <pc:docMk/>
          <pc:sldMk cId="4161134741" sldId="282"/>
        </pc:sldMkLst>
      </pc:sldChg>
      <pc:sldChg chg="modSp add mod">
        <pc:chgData name="EDA NUR SARUHAN" userId="796a441a-389d-493a-b849-403485121362" providerId="ADAL" clId="{F50D9A46-20DF-48B3-A542-164CA64A4D0A}" dt="2024-06-24T07:15:43.569" v="199"/>
        <pc:sldMkLst>
          <pc:docMk/>
          <pc:sldMk cId="3824939920" sldId="283"/>
        </pc:sldMkLst>
      </pc:sldChg>
      <pc:sldChg chg="new del ord">
        <pc:chgData name="EDA NUR SARUHAN" userId="796a441a-389d-493a-b849-403485121362" providerId="ADAL" clId="{F50D9A46-20DF-48B3-A542-164CA64A4D0A}" dt="2024-06-24T07:15:05.569" v="166" actId="47"/>
        <pc:sldMkLst>
          <pc:docMk/>
          <pc:sldMk cId="4249559437" sldId="283"/>
        </pc:sldMkLst>
      </pc:sldChg>
      <pc:sldChg chg="modSp add mod">
        <pc:chgData name="EDA NUR SARUHAN" userId="796a441a-389d-493a-b849-403485121362" providerId="ADAL" clId="{F50D9A46-20DF-48B3-A542-164CA64A4D0A}" dt="2024-06-24T07:16:17.609" v="221"/>
        <pc:sldMkLst>
          <pc:docMk/>
          <pc:sldMk cId="2350826882" sldId="284"/>
        </pc:sldMkLst>
      </pc:sldChg>
      <pc:sldChg chg="add del">
        <pc:chgData name="EDA NUR SARUHAN" userId="796a441a-389d-493a-b849-403485121362" providerId="ADAL" clId="{F50D9A46-20DF-48B3-A542-164CA64A4D0A}" dt="2024-06-24T07:16:08.734" v="218" actId="47"/>
        <pc:sldMkLst>
          <pc:docMk/>
          <pc:sldMk cId="211967843" sldId="285"/>
        </pc:sldMkLst>
      </pc:sldChg>
      <pc:sldChg chg="modSp add mod ord">
        <pc:chgData name="EDA NUR SARUHAN" userId="796a441a-389d-493a-b849-403485121362" providerId="ADAL" clId="{F50D9A46-20DF-48B3-A542-164CA64A4D0A}" dt="2024-06-24T07:15:23.796" v="191" actId="20577"/>
        <pc:sldMkLst>
          <pc:docMk/>
          <pc:sldMk cId="1779530041" sldId="286"/>
        </pc:sldMkLst>
      </pc:sldChg>
      <pc:sldChg chg="modSp add mod ord">
        <pc:chgData name="EDA NUR SARUHAN" userId="796a441a-389d-493a-b849-403485121362" providerId="ADAL" clId="{F50D9A46-20DF-48B3-A542-164CA64A4D0A}" dt="2024-06-24T07:15:51.814" v="213" actId="20577"/>
        <pc:sldMkLst>
          <pc:docMk/>
          <pc:sldMk cId="3899215332" sldId="287"/>
        </pc:sldMkLst>
      </pc:sldChg>
    </pc:docChg>
  </pc:docChgLst>
  <pc:docChgLst>
    <pc:chgData name="Ipek Beril Benli" userId="S::ipek.beril.benli@undp.org::8f9c5f4b-b22c-49ff-bdd5-d07e27607437" providerId="AD" clId="Web-{BA4A98C9-4BA9-35B6-87C1-650CB67E20CB}"/>
    <pc:docChg chg="modSld">
      <pc:chgData name="Ipek Beril Benli" userId="S::ipek.beril.benli@undp.org::8f9c5f4b-b22c-49ff-bdd5-d07e27607437" providerId="AD" clId="Web-{BA4A98C9-4BA9-35B6-87C1-650CB67E20CB}" dt="2024-03-12T18:05:21.721" v="18" actId="20577"/>
      <pc:docMkLst>
        <pc:docMk/>
      </pc:docMkLst>
      <pc:sldChg chg="modSp mod modShow">
        <pc:chgData name="Ipek Beril Benli" userId="S::ipek.beril.benli@undp.org::8f9c5f4b-b22c-49ff-bdd5-d07e27607437" providerId="AD" clId="Web-{BA4A98C9-4BA9-35B6-87C1-650CB67E20CB}" dt="2024-03-12T18:04:49.986" v="12" actId="20577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BA4A98C9-4BA9-35B6-87C1-650CB67E20CB}" dt="2024-03-12T18:05:21.721" v="18" actId="20577"/>
        <pc:sldMkLst>
          <pc:docMk/>
          <pc:sldMk cId="3289475291" sldId="277"/>
        </pc:sldMkLst>
      </pc:sldChg>
    </pc:docChg>
  </pc:docChgLst>
  <pc:docChgLst>
    <pc:chgData name="Dina Akylbekova" userId="d0186547-350c-4ee8-9f3b-afe70f175dd5" providerId="ADAL" clId="{6A4180C9-AC8C-492A-A0A8-281411F2C485}"/>
    <pc:docChg chg="custSel modSld">
      <pc:chgData name="Dina Akylbekova" userId="d0186547-350c-4ee8-9f3b-afe70f175dd5" providerId="ADAL" clId="{6A4180C9-AC8C-492A-A0A8-281411F2C485}" dt="2024-03-19T15:31:29.996" v="4" actId="1076"/>
      <pc:docMkLst>
        <pc:docMk/>
      </pc:docMkLst>
      <pc:sldChg chg="modSp mod">
        <pc:chgData name="Dina Akylbekova" userId="d0186547-350c-4ee8-9f3b-afe70f175dd5" providerId="ADAL" clId="{6A4180C9-AC8C-492A-A0A8-281411F2C485}" dt="2024-03-19T15:31:29.996" v="4" actId="1076"/>
        <pc:sldMkLst>
          <pc:docMk/>
          <pc:sldMk cId="0" sldId="266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3407680115" sldId="271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1299165562" sldId="275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2049148930" sldId="276"/>
        </pc:sldMkLst>
      </pc:sldChg>
      <pc:sldChg chg="modSp mod">
        <pc:chgData name="Dina Akylbekova" userId="d0186547-350c-4ee8-9f3b-afe70f175dd5" providerId="ADAL" clId="{6A4180C9-AC8C-492A-A0A8-281411F2C485}" dt="2024-03-19T15:28:47.188" v="0" actId="313"/>
        <pc:sldMkLst>
          <pc:docMk/>
          <pc:sldMk cId="120320344" sldId="280"/>
        </pc:sldMkLst>
      </pc:sldChg>
    </pc:docChg>
  </pc:docChgLst>
  <pc:docChgLst>
    <pc:chgData name="Ipek Beril Benli" userId="S::ipek.beril.benli@undp.org::8f9c5f4b-b22c-49ff-bdd5-d07e27607437" providerId="AD" clId="Web-{8CEBC8F0-1925-8894-B66D-92D3F8EEBCA2}"/>
    <pc:docChg chg="addSld delSld">
      <pc:chgData name="Ipek Beril Benli" userId="S::ipek.beril.benli@undp.org::8f9c5f4b-b22c-49ff-bdd5-d07e27607437" providerId="AD" clId="Web-{8CEBC8F0-1925-8894-B66D-92D3F8EEBCA2}" dt="2024-03-15T12:29:17.387" v="4"/>
      <pc:docMkLst>
        <pc:docMk/>
      </pc:docMkLst>
      <pc:sldChg chg="del">
        <pc:chgData name="Ipek Beril Benli" userId="S::ipek.beril.benli@undp.org::8f9c5f4b-b22c-49ff-bdd5-d07e27607437" providerId="AD" clId="Web-{8CEBC8F0-1925-8894-B66D-92D3F8EEBCA2}" dt="2024-03-15T12:29:17.372" v="3"/>
        <pc:sldMkLst>
          <pc:docMk/>
          <pc:sldMk cId="0" sldId="264"/>
        </pc:sldMkLst>
      </pc:sldChg>
      <pc:sldChg chg="del">
        <pc:chgData name="Ipek Beril Benli" userId="S::ipek.beril.benli@undp.org::8f9c5f4b-b22c-49ff-bdd5-d07e27607437" providerId="AD" clId="Web-{8CEBC8F0-1925-8894-B66D-92D3F8EEBCA2}" dt="2024-03-15T12:29:17.387" v="4"/>
        <pc:sldMkLst>
          <pc:docMk/>
          <pc:sldMk cId="0" sldId="267"/>
        </pc:sldMkLst>
      </pc:sldChg>
      <pc:sldChg chg="delCm">
        <pc:chgData name="Ipek Beril Benli" userId="S::ipek.beril.benli@undp.org::8f9c5f4b-b22c-49ff-bdd5-d07e27607437" providerId="AD" clId="Web-{8CEBC8F0-1925-8894-B66D-92D3F8EEBCA2}" dt="2024-03-15T12:27:56.634" v="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6.634" v="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Cm">
        <pc:chgData name="Ipek Beril Benli" userId="S::ipek.beril.benli@undp.org::8f9c5f4b-b22c-49ff-bdd5-d07e27607437" providerId="AD" clId="Web-{8CEBC8F0-1925-8894-B66D-92D3F8EEBCA2}" dt="2024-03-15T12:27:51.337" v="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1.337" v="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  <pc:sldChg chg="add">
        <pc:chgData name="Ipek Beril Benli" userId="S::ipek.beril.benli@undp.org::8f9c5f4b-b22c-49ff-bdd5-d07e27607437" providerId="AD" clId="Web-{8CEBC8F0-1925-8894-B66D-92D3F8EEBCA2}" dt="2024-03-15T12:29:03.262" v="2"/>
        <pc:sldMkLst>
          <pc:docMk/>
          <pc:sldMk cId="950368928" sldId="279"/>
        </pc:sldMkLst>
      </pc:sldChg>
    </pc:docChg>
  </pc:docChgLst>
  <pc:docChgLst>
    <pc:chgData name="Ipek Beril Benli" userId="S::ipek.beril.benli@undp.org::8f9c5f4b-b22c-49ff-bdd5-d07e27607437" providerId="AD" clId="Web-{70C7BC07-BB33-76A1-341B-B125B7987719}"/>
    <pc:docChg chg="modSld">
      <pc:chgData name="Ipek Beril Benli" userId="S::ipek.beril.benli@undp.org::8f9c5f4b-b22c-49ff-bdd5-d07e27607437" providerId="AD" clId="Web-{70C7BC07-BB33-76A1-341B-B125B7987719}" dt="2024-03-13T12:29:03.866" v="30" actId="1076"/>
      <pc:docMkLst>
        <pc:docMk/>
      </pc:docMkLst>
      <pc:sldChg chg="addSp delSp modSp">
        <pc:chgData name="Ipek Beril Benli" userId="S::ipek.beril.benli@undp.org::8f9c5f4b-b22c-49ff-bdd5-d07e27607437" providerId="AD" clId="Web-{70C7BC07-BB33-76A1-341B-B125B7987719}" dt="2024-03-13T12:29:03.866" v="30" actId="1076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683A36E5-4E3E-43CE-6D21-84A5124529EF}"/>
    <pc:docChg chg="modSld">
      <pc:chgData name="Ipek Beril Benli" userId="S::ipek.beril.benli@undp.org::8f9c5f4b-b22c-49ff-bdd5-d07e27607437" providerId="AD" clId="Web-{683A36E5-4E3E-43CE-6D21-84A5124529EF}" dt="2024-04-14T15:57:37.904" v="17" actId="1076"/>
      <pc:docMkLst>
        <pc:docMk/>
      </pc:docMkLst>
      <pc:sldChg chg="modSp">
        <pc:chgData name="Ipek Beril Benli" userId="S::ipek.beril.benli@undp.org::8f9c5f4b-b22c-49ff-bdd5-d07e27607437" providerId="AD" clId="Web-{683A36E5-4E3E-43CE-6D21-84A5124529EF}" dt="2024-04-14T15:57:37.904" v="17" actId="1076"/>
        <pc:sldMkLst>
          <pc:docMk/>
          <pc:sldMk cId="120320344" sldId="280"/>
        </pc:sldMkLst>
      </pc:sldChg>
    </pc:docChg>
  </pc:docChgLst>
  <pc:docChgLst>
    <pc:chgData name="Ipek Beril Benli" userId="S::ipek.beril.benli@undp.org::8f9c5f4b-b22c-49ff-bdd5-d07e27607437" providerId="AD" clId="Web-{5968C962-A29A-6388-5E21-A35FFA8A3C35}"/>
    <pc:docChg chg="modSld">
      <pc:chgData name="Ipek Beril Benli" userId="S::ipek.beril.benli@undp.org::8f9c5f4b-b22c-49ff-bdd5-d07e27607437" providerId="AD" clId="Web-{5968C962-A29A-6388-5E21-A35FFA8A3C35}" dt="2024-04-08T06:50:15.233" v="3"/>
      <pc:docMkLst>
        <pc:docMk/>
      </pc:docMkLst>
      <pc:sldChg chg="mod modShow">
        <pc:chgData name="Ipek Beril Benli" userId="S::ipek.beril.benli@undp.org::8f9c5f4b-b22c-49ff-bdd5-d07e27607437" providerId="AD" clId="Web-{5968C962-A29A-6388-5E21-A35FFA8A3C35}" dt="2024-04-08T06:50:15.233" v="3"/>
        <pc:sldMkLst>
          <pc:docMk/>
          <pc:sldMk cId="2049148930" sldId="276"/>
        </pc:sldMkLst>
      </pc:sldChg>
      <pc:sldChg chg="modSp">
        <pc:chgData name="Ipek Beril Benli" userId="S::ipek.beril.benli@undp.org::8f9c5f4b-b22c-49ff-bdd5-d07e27607437" providerId="AD" clId="Web-{5968C962-A29A-6388-5E21-A35FFA8A3C35}" dt="2024-04-08T06:49:43.092" v="2" actId="20577"/>
        <pc:sldMkLst>
          <pc:docMk/>
          <pc:sldMk cId="3289475291" sldId="277"/>
        </pc:sldMkLst>
      </pc:sldChg>
    </pc:docChg>
  </pc:docChgLst>
  <pc:docChgLst>
    <pc:chgData name="Ipek Beril Benli" userId="S::ipek.beril.benli@undp.org::8f9c5f4b-b22c-49ff-bdd5-d07e27607437" providerId="AD" clId="Web-{5101508F-0DAE-05F4-18B8-3033C3A7817F}"/>
    <pc:docChg chg="delSld">
      <pc:chgData name="Ipek Beril Benli" userId="S::ipek.beril.benli@undp.org::8f9c5f4b-b22c-49ff-bdd5-d07e27607437" providerId="AD" clId="Web-{5101508F-0DAE-05F4-18B8-3033C3A7817F}" dt="2024-03-19T09:16:41.707" v="0"/>
      <pc:docMkLst>
        <pc:docMk/>
      </pc:docMkLst>
      <pc:sldChg chg="del">
        <pc:chgData name="Ipek Beril Benli" userId="S::ipek.beril.benli@undp.org::8f9c5f4b-b22c-49ff-bdd5-d07e27607437" providerId="AD" clId="Web-{5101508F-0DAE-05F4-18B8-3033C3A7817F}" dt="2024-03-19T09:16:41.707" v="0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A699159B-CA30-B18E-23CC-B0705FD50A34}"/>
    <pc:docChg chg="addSld delSld modSld sldOrd">
      <pc:chgData name="Ipek Beril Benli" userId="S::ipek.beril.benli@undp.org::8f9c5f4b-b22c-49ff-bdd5-d07e27607437" providerId="AD" clId="Web-{A699159B-CA30-B18E-23CC-B0705FD50A34}" dt="2024-03-05T08:06:25.540" v="56" actId="1076"/>
      <pc:docMkLst>
        <pc:docMk/>
      </pc:docMkLst>
      <pc:sldChg chg="del">
        <pc:chgData name="Ipek Beril Benli" userId="S::ipek.beril.benli@undp.org::8f9c5f4b-b22c-49ff-bdd5-d07e27607437" providerId="AD" clId="Web-{A699159B-CA30-B18E-23CC-B0705FD50A34}" dt="2024-03-05T07:54:59.483" v="14"/>
        <pc:sldMkLst>
          <pc:docMk/>
          <pc:sldMk cId="0" sldId="261"/>
        </pc:sldMkLst>
      </pc:sldChg>
      <pc:sldChg chg="del">
        <pc:chgData name="Ipek Beril Benli" userId="S::ipek.beril.benli@undp.org::8f9c5f4b-b22c-49ff-bdd5-d07e27607437" providerId="AD" clId="Web-{A699159B-CA30-B18E-23CC-B0705FD50A34}" dt="2024-03-05T07:52:51.916" v="0"/>
        <pc:sldMkLst>
          <pc:docMk/>
          <pc:sldMk cId="0" sldId="262"/>
        </pc:sldMkLst>
      </pc:sldChg>
      <pc:sldChg chg="ord">
        <pc:chgData name="Ipek Beril Benli" userId="S::ipek.beril.benli@undp.org::8f9c5f4b-b22c-49ff-bdd5-d07e27607437" providerId="AD" clId="Web-{A699159B-CA30-B18E-23CC-B0705FD50A34}" dt="2024-03-05T08:03:25.642" v="32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A699159B-CA30-B18E-23CC-B0705FD50A34}" dt="2024-03-05T07:55:27.312" v="18" actId="1076"/>
        <pc:sldMkLst>
          <pc:docMk/>
          <pc:sldMk cId="2362704423" sldId="269"/>
        </pc:sldMkLst>
      </pc:sldChg>
      <pc:sldChg chg="modSp">
        <pc:chgData name="Ipek Beril Benli" userId="S::ipek.beril.benli@undp.org::8f9c5f4b-b22c-49ff-bdd5-d07e27607437" providerId="AD" clId="Web-{A699159B-CA30-B18E-23CC-B0705FD50A34}" dt="2024-03-05T08:06:25.540" v="56" actId="1076"/>
        <pc:sldMkLst>
          <pc:docMk/>
          <pc:sldMk cId="3407680115" sldId="271"/>
        </pc:sldMkLst>
      </pc:sldChg>
      <pc:sldChg chg="addCm">
        <pc:chgData name="Ipek Beril Benli" userId="S::ipek.beril.benli@undp.org::8f9c5f4b-b22c-49ff-bdd5-d07e27607437" providerId="AD" clId="Web-{A699159B-CA30-B18E-23CC-B0705FD50A34}" dt="2024-03-05T07:59:24.727" v="3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9:24.727" v="3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Sp modSp">
        <pc:chgData name="Ipek Beril Benli" userId="S::ipek.beril.benli@undp.org::8f9c5f4b-b22c-49ff-bdd5-d07e27607437" providerId="AD" clId="Web-{A699159B-CA30-B18E-23CC-B0705FD50A34}" dt="2024-03-05T07:56:10.048" v="28"/>
        <pc:sldMkLst>
          <pc:docMk/>
          <pc:sldMk cId="2049148930" sldId="276"/>
        </pc:sldMkLst>
      </pc:sldChg>
      <pc:sldChg chg="addSp modSp add del">
        <pc:chgData name="Ipek Beril Benli" userId="S::ipek.beril.benli@undp.org::8f9c5f4b-b22c-49ff-bdd5-d07e27607437" providerId="AD" clId="Web-{A699159B-CA30-B18E-23CC-B0705FD50A34}" dt="2024-03-05T07:54:08.700" v="10"/>
        <pc:sldMkLst>
          <pc:docMk/>
          <pc:sldMk cId="3289475291" sldId="277"/>
        </pc:sldMkLst>
      </pc:sldChg>
      <pc:sldChg chg="addSp modSp add addCm">
        <pc:chgData name="Ipek Beril Benli" userId="S::ipek.beril.benli@undp.org::8f9c5f4b-b22c-49ff-bdd5-d07e27607437" providerId="AD" clId="Web-{A699159B-CA30-B18E-23CC-B0705FD50A34}" dt="2024-03-05T07:58:45.679" v="3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8:45.679" v="3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32768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-134217728 0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22528 4512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 0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769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0373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278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8467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0255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5560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502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363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customXml" Target="../ink/ink2.xml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8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0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2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8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using a computer&#10;&#10;Description automatically generated">
            <a:extLst>
              <a:ext uri="{FF2B5EF4-FFF2-40B4-BE49-F238E27FC236}">
                <a16:creationId xmlns:a16="http://schemas.microsoft.com/office/drawing/2014/main" id="{6E8DDA74-8630-43BB-E564-7470D2C1DF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" t="125" r="5881" b="35700"/>
          <a:stretch/>
        </p:blipFill>
        <p:spPr>
          <a:xfrm>
            <a:off x="-2985" y="1339747"/>
            <a:ext cx="12225969" cy="5533684"/>
          </a:xfrm>
          <a:prstGeom prst="rect">
            <a:avLst/>
          </a:prstGeom>
        </p:spPr>
      </p:pic>
      <p:sp>
        <p:nvSpPr>
          <p:cNvPr id="468" name="Rectangle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6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7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151" y="1851449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119D6634-8C52-56C8-C196-BBFF1A999BF3}"/>
              </a:ext>
            </a:extLst>
          </p:cNvPr>
          <p:cNvSpPr/>
          <p:nvPr/>
        </p:nvSpPr>
        <p:spPr>
          <a:xfrm rot="21420000">
            <a:off x="7288769" y="6142286"/>
            <a:ext cx="2705697" cy="61297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76" name="A new generation…"/>
          <p:cNvSpPr txBox="1"/>
          <p:nvPr/>
        </p:nvSpPr>
        <p:spPr>
          <a:xfrm>
            <a:off x="4459703" y="1408828"/>
            <a:ext cx="7357241" cy="5216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BR" b="1" u="sng" dirty="0" smtClean="0">
                <a:solidFill>
                  <a:schemeClr val="tx1"/>
                </a:solidFill>
                <a:latin typeface="Microsoft YaHei"/>
              </a:rPr>
              <a:t>GRUPO Nº 17</a:t>
            </a:r>
          </a:p>
          <a:p>
            <a:pPr algn="just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endParaRPr lang="pt-BR" b="1" dirty="0" smtClean="0">
              <a:solidFill>
                <a:schemeClr val="tx1"/>
              </a:solidFill>
              <a:latin typeface="Microsoft YaHei"/>
            </a:endParaRPr>
          </a:p>
          <a:p>
            <a:pPr algn="just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BR" b="1" dirty="0" smtClean="0">
                <a:solidFill>
                  <a:schemeClr val="tx1"/>
                </a:solidFill>
                <a:latin typeface="Microsoft YaHei"/>
              </a:rPr>
              <a:t>Abel Wanda;</a:t>
            </a:r>
          </a:p>
          <a:p>
            <a:pPr algn="just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BR" b="1" dirty="0" smtClean="0">
                <a:solidFill>
                  <a:schemeClr val="tx1"/>
                </a:solidFill>
                <a:latin typeface="Microsoft YaHei"/>
              </a:rPr>
              <a:t>Bruno Leopoldo;</a:t>
            </a:r>
          </a:p>
          <a:p>
            <a:pPr algn="just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BR" b="1" dirty="0" err="1" smtClean="0">
                <a:solidFill>
                  <a:schemeClr val="tx1"/>
                </a:solidFill>
                <a:latin typeface="Microsoft YaHei"/>
              </a:rPr>
              <a:t>Dorivaldo</a:t>
            </a:r>
            <a:r>
              <a:rPr lang="pt-BR" b="1" dirty="0" smtClean="0">
                <a:solidFill>
                  <a:schemeClr val="tx1"/>
                </a:solidFill>
                <a:latin typeface="Microsoft YaHei"/>
              </a:rPr>
              <a:t> Manuel;</a:t>
            </a:r>
          </a:p>
          <a:p>
            <a:pPr algn="just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BR" b="1" dirty="0" err="1" smtClean="0">
                <a:solidFill>
                  <a:schemeClr val="tx1"/>
                </a:solidFill>
                <a:latin typeface="Microsoft YaHei"/>
              </a:rPr>
              <a:t>Eliano</a:t>
            </a:r>
            <a:r>
              <a:rPr lang="pt-BR" b="1" dirty="0" smtClean="0">
                <a:solidFill>
                  <a:schemeClr val="tx1"/>
                </a:solidFill>
                <a:latin typeface="Microsoft YaHei"/>
              </a:rPr>
              <a:t> Tavares;</a:t>
            </a:r>
          </a:p>
          <a:p>
            <a:pPr algn="just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BR" b="1" dirty="0" smtClean="0">
                <a:solidFill>
                  <a:schemeClr val="tx1"/>
                </a:solidFill>
                <a:latin typeface="Microsoft YaHei"/>
              </a:rPr>
              <a:t>Liliane Neto;</a:t>
            </a:r>
          </a:p>
          <a:p>
            <a:pPr algn="just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BR" b="1" dirty="0" smtClean="0">
                <a:solidFill>
                  <a:schemeClr val="tx1"/>
                </a:solidFill>
                <a:latin typeface="Microsoft YaHei"/>
              </a:rPr>
              <a:t>Mário </a:t>
            </a:r>
            <a:r>
              <a:rPr lang="pt-BR" b="1" dirty="0">
                <a:solidFill>
                  <a:schemeClr val="tx1"/>
                </a:solidFill>
                <a:latin typeface="Microsoft YaHei"/>
              </a:rPr>
              <a:t>da </a:t>
            </a:r>
            <a:r>
              <a:rPr lang="pt-BR" b="1" dirty="0" smtClean="0">
                <a:solidFill>
                  <a:schemeClr val="tx1"/>
                </a:solidFill>
                <a:latin typeface="Microsoft YaHei"/>
              </a:rPr>
              <a:t>Silva;</a:t>
            </a:r>
          </a:p>
          <a:p>
            <a:pPr algn="just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BR" b="1" dirty="0" smtClean="0">
                <a:solidFill>
                  <a:schemeClr val="tx1"/>
                </a:solidFill>
                <a:latin typeface="Microsoft YaHei"/>
              </a:rPr>
              <a:t>José Arão.</a:t>
            </a:r>
            <a:endParaRPr b="1" dirty="0">
              <a:solidFill>
                <a:schemeClr val="tx1"/>
              </a:solidFill>
              <a:latin typeface="Microsoft YaHei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31264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8053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88271" y="2051146"/>
            <a:ext cx="6941962" cy="1800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BR" b="1" dirty="0">
                <a:solidFill>
                  <a:schemeClr val="tx1"/>
                </a:solidFill>
                <a:latin typeface="Microsoft YaHei"/>
              </a:rPr>
              <a:t>Motor de Insights </a:t>
            </a:r>
            <a:endParaRPr lang="pt-BR" b="1" dirty="0" smtClean="0">
              <a:solidFill>
                <a:schemeClr val="tx1"/>
              </a:solidFill>
              <a:latin typeface="Microsoft YaHei"/>
            </a:endParaRP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BR" b="1" dirty="0" smtClean="0">
                <a:solidFill>
                  <a:schemeClr val="tx1"/>
                </a:solidFill>
                <a:latin typeface="Microsoft YaHei"/>
              </a:rPr>
              <a:t>para </a:t>
            </a:r>
            <a:r>
              <a:rPr lang="pt-BR" b="1" dirty="0">
                <a:solidFill>
                  <a:schemeClr val="tx1"/>
                </a:solidFill>
                <a:latin typeface="Microsoft YaHei"/>
              </a:rPr>
              <a:t>Planeamento Turístico </a:t>
            </a:r>
            <a:endParaRPr lang="pt-BR" b="1" dirty="0" smtClean="0">
              <a:solidFill>
                <a:schemeClr val="tx1"/>
              </a:solidFill>
              <a:latin typeface="Microsoft YaHei"/>
            </a:endParaRP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BR" b="1" dirty="0" smtClean="0">
                <a:solidFill>
                  <a:schemeClr val="tx1"/>
                </a:solidFill>
                <a:latin typeface="Microsoft YaHei"/>
              </a:rPr>
              <a:t>Sustentável de </a:t>
            </a:r>
            <a:r>
              <a:rPr lang="pt-BR" b="1" dirty="0">
                <a:solidFill>
                  <a:schemeClr val="tx1"/>
                </a:solidFill>
                <a:latin typeface="Microsoft YaHei"/>
              </a:rPr>
              <a:t>Angola</a:t>
            </a:r>
            <a:endParaRPr lang="pt-BR" b="1" dirty="0" smtClean="0">
              <a:solidFill>
                <a:schemeClr val="tx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682935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1724105"/>
            <a:ext cx="8007631" cy="4400165"/>
          </a:xfrm>
          <a:prstGeom prst="rect">
            <a:avLst/>
          </a:prstGeom>
        </p:spPr>
        <p:txBody>
          <a:bodyPr lIns="45719" tIns="45720" rIns="45719" bIns="45720" anchor="ctr">
            <a:normAutofit fontScale="92500" lnSpcReduction="10000"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Nota conceitual e plano de implementação :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Contexto</a:t>
            </a:r>
            <a:endParaRPr lang="en-US" sz="2300" b="0" i="0" dirty="0" smtClean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Objetivos</a:t>
            </a:r>
            <a:endParaRPr lang="en-US" sz="2300" b="0" i="0" dirty="0" smtClean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Relação </a:t>
            </a: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ODS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Dados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Coleta de dados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Análise Exploratória de Dados (EDA) e Engenharia de Recursos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Seleção e Treinamento de Modelos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Avaliação de Modelos e Ajuste 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Refinamento e Teste de Modelos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Resultados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Implantação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Trabalho Futuro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503767" y="979533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85455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geral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461654" y="1511442"/>
            <a:ext cx="8007631" cy="470017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>
                <a:latin typeface="Microsoft YaHei Light"/>
              </a:rPr>
              <a:t>O turismo representa cerca de 2,5% do PIB de Angola e pode ultrapassar 5% até 2030. Atualmente, os dados turísticos são fragmentados, dificultando decisões estratégicas. O projeto responde a essa lacuna com uma solução tecnológica e institucional de integração e </a:t>
            </a:r>
            <a:r>
              <a:rPr lang="pt-BR" sz="1600" dirty="0" smtClean="0">
                <a:latin typeface="Microsoft YaHei Light"/>
              </a:rPr>
              <a:t>previsão.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461654" y="807362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461654" y="722880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321123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519105" y="1585800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Criar uma plataforma inteligente para análise e previsão de indicadores turísticos.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Apoiar políticas públicas e investimentos sustentáveis.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Melhorar previsões com erro médio inferior a 8%.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Reduzir 20% da concentração turística nas principais províncias.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Aumentar a transparência e eficiência administrativa.</a:t>
            </a:r>
            <a:endParaRPr lang="pt-BR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519105" y="841228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461654" y="716254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Objetivos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473247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461654" y="1493499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>
                <a:latin typeface="Microsoft YaHei Light"/>
              </a:rPr>
              <a:t>ODS 8: Crescimento económico e emprego digno.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>
                <a:latin typeface="Microsoft YaHei Light"/>
              </a:rPr>
              <a:t>ODS 11: Cidades e comunidades sustentáveis.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>
                <a:latin typeface="Microsoft YaHei Light"/>
              </a:rPr>
              <a:t>ODS 12: Consumo e produção responsáveis.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>
                <a:latin typeface="Microsoft YaHei Light"/>
              </a:rPr>
              <a:t>ODS 14 e 15: Preservação de ecossistemas costeiros e terrestres.</a:t>
            </a:r>
            <a:endParaRPr lang="pt-BR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461654" y="748927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461654" y="623953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Relação com ODS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937931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0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 dirty="0"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0942" y="2029057"/>
            <a:ext cx="3040779" cy="295216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2104542" y="3174277"/>
            <a:ext cx="5864022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sz="6000" b="1" dirty="0">
                <a:solidFill>
                  <a:schemeClr val="tx1"/>
                </a:solidFill>
                <a:latin typeface="Microsoft YaHei"/>
              </a:rPr>
              <a:t>Dados</a:t>
            </a:r>
            <a:endParaRPr b="1" dirty="0">
              <a:solidFill>
                <a:schemeClr val="tx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2098893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 lnSpcReduction="10000"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Fonte(s</a:t>
            </a:r>
            <a:r>
              <a:rPr lang="pt" sz="1600" dirty="0" smtClean="0">
                <a:latin typeface="Microsoft YaHei Light"/>
              </a:rPr>
              <a:t>): </a:t>
            </a:r>
            <a:r>
              <a:rPr lang="en-US" sz="1600" dirty="0">
                <a:latin typeface="Microsoft YaHei Light"/>
              </a:rPr>
              <a:t>INE, </a:t>
            </a:r>
            <a:r>
              <a:rPr lang="en-US" sz="1600" dirty="0" smtClean="0">
                <a:latin typeface="Microsoft YaHei Light"/>
              </a:rPr>
              <a:t>WB, </a:t>
            </a:r>
            <a:r>
              <a:rPr lang="en-US" sz="1600" dirty="0">
                <a:latin typeface="Microsoft YaHei Light"/>
              </a:rPr>
              <a:t>PNUD, UNWTO, Google Mobility Reports, </a:t>
            </a:r>
            <a:r>
              <a:rPr lang="en-US" sz="1600" dirty="0" err="1">
                <a:latin typeface="Microsoft YaHei Light"/>
              </a:rPr>
              <a:t>OpenStreetMap</a:t>
            </a:r>
            <a:r>
              <a:rPr lang="en-US" sz="1600" dirty="0">
                <a:latin typeface="Microsoft YaHei Light"/>
              </a:rPr>
              <a:t>.</a:t>
            </a:r>
            <a:endParaRPr lang="en-US" sz="1600" dirty="0">
              <a:latin typeface="Microsoft YaHei Light"/>
            </a:endParaRPr>
          </a:p>
          <a:p>
            <a:pPr marL="0" indent="0" algn="ctr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b="1" dirty="0">
                <a:latin typeface="Microsoft YaHei Light"/>
              </a:rPr>
              <a:t>Variáveis derivadas: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err="1" smtClean="0">
                <a:latin typeface="Microsoft YaHei Light"/>
              </a:rPr>
              <a:t>taxa_ocupacao_media</a:t>
            </a: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— média trimestral da ocupação hoteleira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err="1" smtClean="0">
                <a:latin typeface="Microsoft YaHei Light"/>
              </a:rPr>
              <a:t>receita_per_capita</a:t>
            </a: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— receita por visitante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err="1" smtClean="0">
                <a:latin typeface="Microsoft YaHei Light"/>
              </a:rPr>
              <a:t>indice_sazonalidade</a:t>
            </a: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— variação do fluxo turístico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err="1" smtClean="0">
                <a:latin typeface="Microsoft YaHei Light"/>
              </a:rPr>
              <a:t>impacto_emprego</a:t>
            </a: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— geração de empregos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err="1" smtClean="0">
                <a:latin typeface="Microsoft YaHei Light"/>
              </a:rPr>
              <a:t>densidade_turistica</a:t>
            </a: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— visitantes por km²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err="1" smtClean="0">
                <a:latin typeface="Microsoft YaHei Light"/>
              </a:rPr>
              <a:t>indice_ambiental_turistico</a:t>
            </a: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— impacto ambiental ponderado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err="1" smtClean="0">
                <a:latin typeface="Microsoft YaHei Light"/>
              </a:rPr>
              <a:t>participacao_eventos</a:t>
            </a: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— visitantes em eventos culturais</a:t>
            </a:r>
            <a:endParaRPr lang="pt-BR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Dados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45345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0" y="1570616"/>
            <a:ext cx="6207054" cy="5287384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Modelo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16113474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>
                <a:latin typeface="Microsoft YaHei Light"/>
              </a:rPr>
              <a:t>Modelos utilizados: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err="1">
                <a:latin typeface="Microsoft YaHei Light"/>
              </a:rPr>
              <a:t>Prophet</a:t>
            </a:r>
            <a:r>
              <a:rPr lang="pt-BR" sz="1600" dirty="0">
                <a:latin typeface="Microsoft YaHei Light"/>
              </a:rPr>
              <a:t>, ARIMA, </a:t>
            </a:r>
            <a:r>
              <a:rPr lang="pt-BR" sz="1600" dirty="0" err="1">
                <a:latin typeface="Microsoft YaHei Light"/>
              </a:rPr>
              <a:t>Random</a:t>
            </a:r>
            <a:r>
              <a:rPr lang="pt-BR" sz="1600" dirty="0">
                <a:latin typeface="Microsoft YaHei Light"/>
              </a:rPr>
              <a:t> Forest, </a:t>
            </a:r>
            <a:r>
              <a:rPr lang="pt-BR" sz="1600" dirty="0" err="1">
                <a:latin typeface="Microsoft YaHei Light"/>
              </a:rPr>
              <a:t>XGBoost</a:t>
            </a:r>
            <a:r>
              <a:rPr lang="pt-BR" sz="1600" dirty="0">
                <a:latin typeface="Microsoft YaHei Light"/>
              </a:rPr>
              <a:t>, K-</a:t>
            </a:r>
            <a:r>
              <a:rPr lang="pt-BR" sz="1600" dirty="0" err="1">
                <a:latin typeface="Microsoft YaHei Light"/>
              </a:rPr>
              <a:t>Means</a:t>
            </a:r>
            <a:r>
              <a:rPr lang="pt-BR" sz="1600" dirty="0">
                <a:latin typeface="Microsoft YaHei Light"/>
              </a:rPr>
              <a:t>, LSTM e </a:t>
            </a:r>
            <a:r>
              <a:rPr lang="pt-BR" sz="1600" dirty="0" err="1">
                <a:latin typeface="Microsoft YaHei Light"/>
              </a:rPr>
              <a:t>Transformers</a:t>
            </a:r>
            <a:r>
              <a:rPr lang="pt-BR" sz="1600" dirty="0">
                <a:latin typeface="Microsoft YaHei Light"/>
              </a:rPr>
              <a:t>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BR" sz="1600" dirty="0">
              <a:latin typeface="Microsoft YaHei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>
                <a:latin typeface="Microsoft YaHei Light"/>
              </a:rPr>
              <a:t>Critérios de seleção: precisão, </a:t>
            </a:r>
            <a:r>
              <a:rPr lang="pt-BR" sz="1600" dirty="0" err="1">
                <a:latin typeface="Microsoft YaHei Light"/>
              </a:rPr>
              <a:t>explicabilidade</a:t>
            </a:r>
            <a:r>
              <a:rPr lang="pt-BR" sz="1600" dirty="0">
                <a:latin typeface="Microsoft YaHei Light"/>
              </a:rPr>
              <a:t>, escalabilidade e reprodutibilidade.</a:t>
            </a:r>
            <a:endParaRPr lang="pt-BR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034273"/>
            <a:ext cx="6659425" cy="838560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048014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Seleção e Treinamento /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Teste de Modelos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01955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20837" y="1775012"/>
            <a:ext cx="6960090" cy="5082988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 err="1">
                <a:solidFill>
                  <a:schemeClr val="bg1"/>
                </a:solidFill>
                <a:latin typeface="Microsoft YaHei"/>
              </a:rPr>
              <a:t>Resultado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7953004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 err="1">
                <a:latin typeface="Microsoft YaHei Light"/>
              </a:rPr>
              <a:t>Dashboard</a:t>
            </a:r>
            <a:r>
              <a:rPr lang="pt-BR" sz="1600" dirty="0">
                <a:latin typeface="Microsoft YaHei Light"/>
              </a:rPr>
              <a:t> interativo com </a:t>
            </a:r>
            <a:r>
              <a:rPr lang="pt-BR" sz="1600" dirty="0" err="1">
                <a:latin typeface="Microsoft YaHei Light"/>
              </a:rPr>
              <a:t>login</a:t>
            </a:r>
            <a:r>
              <a:rPr lang="pt-BR" sz="1600" dirty="0">
                <a:latin typeface="Microsoft YaHei Light"/>
              </a:rPr>
              <a:t> administrativo.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Módulos: Exploração de Dados, Previsões, Sustentabilidade e Relatórios.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Geração automática de relatórios em PDF.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 </a:t>
            </a:r>
            <a:r>
              <a:rPr lang="pt-BR" sz="1600" dirty="0">
                <a:latin typeface="Microsoft YaHei Light"/>
              </a:rPr>
              <a:t>Comparação entre províncias e previsões sintéticas testadas.</a:t>
            </a:r>
            <a:endParaRPr lang="pt-BR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98305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Resultados 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493992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0" y="2072500"/>
            <a:ext cx="7315092" cy="4806854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Implantação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9921533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err="1">
                <a:latin typeface="Microsoft YaHei Light"/>
              </a:rPr>
              <a:t>Backend</a:t>
            </a:r>
            <a:r>
              <a:rPr lang="pt-BR" sz="1600" dirty="0">
                <a:latin typeface="Microsoft YaHei Light"/>
              </a:rPr>
              <a:t>: Python (pandas, </a:t>
            </a:r>
            <a:r>
              <a:rPr lang="pt-BR" sz="1600" dirty="0" err="1">
                <a:latin typeface="Microsoft YaHei Light"/>
              </a:rPr>
              <a:t>scikit-learn</a:t>
            </a:r>
            <a:r>
              <a:rPr lang="pt-BR" sz="1600" dirty="0">
                <a:latin typeface="Microsoft YaHei Light"/>
              </a:rPr>
              <a:t>, </a:t>
            </a:r>
            <a:r>
              <a:rPr lang="pt-BR" sz="1600" dirty="0" err="1">
                <a:latin typeface="Microsoft YaHei Light"/>
              </a:rPr>
              <a:t>joblib</a:t>
            </a:r>
            <a:r>
              <a:rPr lang="pt-BR" sz="1600" dirty="0">
                <a:latin typeface="Microsoft YaHei Light"/>
              </a:rPr>
              <a:t>)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err="1">
                <a:latin typeface="Microsoft YaHei Light"/>
              </a:rPr>
              <a:t>Frontend</a:t>
            </a:r>
            <a:r>
              <a:rPr lang="pt-BR" sz="1600" dirty="0">
                <a:latin typeface="Microsoft YaHei Light"/>
              </a:rPr>
              <a:t>: </a:t>
            </a:r>
            <a:r>
              <a:rPr lang="pt-BR" sz="1600" dirty="0" err="1">
                <a:latin typeface="Microsoft YaHei Light"/>
              </a:rPr>
              <a:t>Streamlit</a:t>
            </a:r>
            <a:endParaRPr lang="pt-BR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>
                <a:latin typeface="Microsoft YaHei Light"/>
              </a:rPr>
              <a:t>Armazenamento: </a:t>
            </a:r>
            <a:r>
              <a:rPr lang="pt-BR" sz="1600" dirty="0" err="1">
                <a:latin typeface="Microsoft YaHei Light"/>
              </a:rPr>
              <a:t>PostgreSQL</a:t>
            </a:r>
            <a:r>
              <a:rPr lang="pt-BR" sz="1600" dirty="0">
                <a:latin typeface="Microsoft YaHei Light"/>
              </a:rPr>
              <a:t> + </a:t>
            </a:r>
            <a:r>
              <a:rPr lang="pt-BR" sz="1600" dirty="0" err="1">
                <a:latin typeface="Microsoft YaHei Light"/>
              </a:rPr>
              <a:t>PostGIS</a:t>
            </a:r>
            <a:endParaRPr lang="pt-BR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>
                <a:latin typeface="Microsoft YaHei Light"/>
              </a:rPr>
              <a:t>Infraestrutura: Servidor híbrido (local + </a:t>
            </a:r>
            <a:r>
              <a:rPr lang="pt-BR" sz="1600" dirty="0" err="1">
                <a:latin typeface="Microsoft YaHei Light"/>
              </a:rPr>
              <a:t>Azure</a:t>
            </a:r>
            <a:r>
              <a:rPr lang="pt-BR" sz="1600" dirty="0">
                <a:latin typeface="Microsoft YaHei Light"/>
              </a:rPr>
              <a:t>)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>
                <a:latin typeface="Microsoft YaHei Light"/>
              </a:rPr>
              <a:t>Segurança: Criptografia SSL/TLS, autenticação OAuth2, logs de auditoria.</a:t>
            </a:r>
            <a:endParaRPr lang="pt-BR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Implantação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82688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A </a:t>
            </a:r>
            <a:r>
              <a:rPr lang="pt-BR" sz="1600" dirty="0">
                <a:latin typeface="Microsoft YaHei Light"/>
              </a:rPr>
              <a:t>plataforma demonstra viabilidade técnica e institucional.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Integra </a:t>
            </a:r>
            <a:r>
              <a:rPr lang="pt-BR" sz="1600" dirty="0">
                <a:latin typeface="Microsoft YaHei Light"/>
              </a:rPr>
              <a:t>ciência de dados, sustentabilidade e governança pública.</a:t>
            </a:r>
          </a:p>
          <a:p>
            <a:pPr marL="0" indent="0" algn="ctr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b="1" dirty="0" smtClean="0">
                <a:latin typeface="Microsoft YaHei Light"/>
              </a:rPr>
              <a:t>Próximos </a:t>
            </a:r>
            <a:r>
              <a:rPr lang="pt-BR" sz="1600" b="1" dirty="0">
                <a:latin typeface="Microsoft YaHei Light"/>
              </a:rPr>
              <a:t>passos: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Conectar </a:t>
            </a:r>
            <a:r>
              <a:rPr lang="pt-BR" sz="1600" dirty="0">
                <a:latin typeface="Microsoft YaHei Light"/>
              </a:rPr>
              <a:t>a bases de dados reais do INE e </a:t>
            </a:r>
            <a:r>
              <a:rPr lang="pt-BR" sz="1600" dirty="0" smtClean="0">
                <a:latin typeface="Microsoft YaHei Light"/>
              </a:rPr>
              <a:t>WB, UNDP, UNWTO.</a:t>
            </a:r>
            <a:endParaRPr lang="pt-BR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Treinar </a:t>
            </a:r>
            <a:r>
              <a:rPr lang="pt-BR" sz="1600" dirty="0">
                <a:latin typeface="Microsoft YaHei Light"/>
              </a:rPr>
              <a:t>o modelo com dados históricos reais.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BR" sz="1600" dirty="0" smtClean="0">
                <a:latin typeface="Microsoft YaHei Light"/>
              </a:rPr>
              <a:t>Expandir </a:t>
            </a:r>
            <a:r>
              <a:rPr lang="pt-BR" sz="1600" dirty="0">
                <a:latin typeface="Microsoft YaHei Light"/>
              </a:rPr>
              <a:t>para turismo regional e fronteiriço.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6382979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Conclusão</a:t>
            </a: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e</a:t>
            </a: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Trabalho futuro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713953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65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704" y="2355271"/>
            <a:ext cx="2919045" cy="2837091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Thank you!"/>
          <p:cNvSpPr txBox="1">
            <a:spLocks noGrp="1"/>
          </p:cNvSpPr>
          <p:nvPr>
            <p:ph type="ctrTitle" idx="4294967295"/>
          </p:nvPr>
        </p:nvSpPr>
        <p:spPr>
          <a:xfrm>
            <a:off x="3476848" y="3264195"/>
            <a:ext cx="5279148" cy="239616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>
              <a:lnSpc>
                <a:spcPct val="60000"/>
              </a:lnSpc>
              <a:defRPr sz="8000">
                <a:solidFill>
                  <a:srgbClr val="FFFFFF"/>
                </a:solidFill>
                <a:latin typeface="Merriweather Sans Regular ExtraBold"/>
                <a:ea typeface="Merriweather Sans Regular ExtraBold"/>
                <a:cs typeface="Merriweather Sans Regular ExtraBold"/>
                <a:sym typeface="Merriweather Sans Regular ExtraBold"/>
              </a:defRPr>
            </a:lvl1pPr>
          </a:lstStyle>
          <a:p>
            <a:pPr>
              <a:lnSpc>
                <a:spcPct val="100000"/>
              </a:lnSpc>
            </a:pPr>
            <a:r>
              <a:rPr sz="7200" b="1" dirty="0" err="1">
                <a:latin typeface="Microsoft YaHei"/>
              </a:rPr>
              <a:t>Obrigado</a:t>
            </a:r>
            <a:r>
              <a:rPr sz="7200" b="1" dirty="0">
                <a:latin typeface="Microsoft YaHei"/>
              </a:rPr>
              <a:t>!</a:t>
            </a:r>
            <a:endParaRPr lang="en-US" sz="7200" b="1" dirty="0">
              <a:latin typeface="Microsoft YaHei"/>
            </a:endParaRPr>
          </a:p>
        </p:txBody>
      </p:sp>
      <p:pic>
        <p:nvPicPr>
          <p:cNvPr id="66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3668" y="647699"/>
            <a:ext cx="5015131" cy="7024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7" ma:contentTypeDescription="Create a new document." ma:contentTypeScope="" ma:versionID="c98d0228abce7754384ebe83b64f5abe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6e2117bc6268b3a71bdab3243b1b5906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  <xsd:element ref="ns2:Tim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Time" ma:index="23" nillable="true" ma:displayName="Time" ma:format="DateOnly" ma:indexed="true" ma:internalName="Time">
      <xsd:simpleType>
        <xsd:restriction base="dms:DateTim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  <Time xmlns="6259e846-8b77-4076-b7b3-191dee42704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9C168A-BF07-44C9-8193-C4E90CE7716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6259e846-8b77-4076-b7b3-191dee427045"/>
    <ds:schemaRef ds:uri="97847797-b717-4ffb-b5fd-2a237f853cd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2449C5-8A7C-4DDF-8BBD-9834F5F8D2B3}">
  <ds:schemaRefs>
    <ds:schemaRef ds:uri="http://schemas.microsoft.com/office/2006/metadata/properties"/>
    <ds:schemaRef ds:uri="http://www.w3.org/2000/xmlns/"/>
    <ds:schemaRef ds:uri="97847797-b717-4ffb-b5fd-2a237f853cda"/>
    <ds:schemaRef ds:uri="http://www.w3.org/2001/XMLSchema-instance"/>
    <ds:schemaRef ds:uri="6259e846-8b77-4076-b7b3-191dee427045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455</Words>
  <Application>Microsoft Office PowerPoint</Application>
  <PresentationFormat>Widescreen</PresentationFormat>
  <Paragraphs>77</Paragraphs>
  <Slides>16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7" baseType="lpstr">
      <vt:lpstr>Microsoft YaHei</vt:lpstr>
      <vt:lpstr>Microsoft YaHei Light</vt:lpstr>
      <vt:lpstr>Arial</vt:lpstr>
      <vt:lpstr>Calibri</vt:lpstr>
      <vt:lpstr>Calibri Light</vt:lpstr>
      <vt:lpstr>Helvetica Neue Thin</vt:lpstr>
      <vt:lpstr>Merriweather Sans Light</vt:lpstr>
      <vt:lpstr>Merriweather Sans Regular</vt:lpstr>
      <vt:lpstr>Merriweather Sans Regular ExtraBold</vt:lpstr>
      <vt:lpstr>Myriad Pro Semibold</vt:lpstr>
      <vt:lpstr>frontiertech</vt:lpstr>
      <vt:lpstr>Apresentação do PowerPoint</vt:lpstr>
      <vt:lpstr>Apresentação do PowerPoint</vt:lpstr>
      <vt:lpstr>geral</vt:lpstr>
      <vt:lpstr>Background</vt:lpstr>
      <vt:lpstr>Objetivos</vt:lpstr>
      <vt:lpstr>Relação com ODS</vt:lpstr>
      <vt:lpstr>Apresentação do PowerPoint</vt:lpstr>
      <vt:lpstr>Dados</vt:lpstr>
      <vt:lpstr>Apresentação do PowerPoint</vt:lpstr>
      <vt:lpstr>Seleção e Treinamento / Teste de Modelos</vt:lpstr>
      <vt:lpstr>Apresentação do PowerPoint</vt:lpstr>
      <vt:lpstr>Resultados </vt:lpstr>
      <vt:lpstr>Apresentação do PowerPoint</vt:lpstr>
      <vt:lpstr>Implantação</vt:lpstr>
      <vt:lpstr>Conclusão e Trabalho futuro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DAM</cp:lastModifiedBy>
  <cp:revision>22</cp:revision>
  <dcterms:modified xsi:type="dcterms:W3CDTF">2025-11-07T14:03:44Z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